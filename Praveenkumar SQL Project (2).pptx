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0" r:id="rId16"/>
    <p:sldId id="270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64E21-8D36-8E60-A914-2FE4258B7C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25CFEC-D10C-47E0-6101-3AFF0DF4B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8FAFF-8743-838F-69B3-19A1BABAA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EF770-B89D-4866-AE72-BB91ABB758F8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636B1-DBFB-AB6F-5C8A-961B7DFE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C47B6-40AB-FC59-CE18-B2B59C38A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81EE6-F14E-4548-BCBE-CA5B1D066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367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C7212-7110-B9D3-3292-7B8E6CD57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C9A88-C134-FCEF-93F0-D2E4002B1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6AEC1-E5EE-CBB2-82C0-25F2A5500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EF770-B89D-4866-AE72-BB91ABB758F8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465DE-9618-B623-F187-7D5EEC748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94EEB-FC6C-6FCD-DEA7-C1F67554B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81EE6-F14E-4548-BCBE-CA5B1D066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142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11808-89BD-FBF9-A88B-A7BAAA49B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3B61D-B6AE-A1A2-6DE1-7C3D8733D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716AA-3CE6-6B89-FCA3-393F16CBA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EF770-B89D-4866-AE72-BB91ABB758F8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74F57-5FBD-633D-1C97-24163C88A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1A725-909A-CB11-1950-E6C195CE1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81EE6-F14E-4548-BCBE-CA5B1D066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930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388F8-FEA4-CE3D-EF0E-C2F144A96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AB829-F5B2-749A-0E21-955B06F3A6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2F752E-FB45-ECF2-1B1E-FE0ABFA43A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FC9FD4-4435-F41A-A311-B7F164BAD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EF770-B89D-4866-AE72-BB91ABB758F8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0B2498-A178-E499-F832-88DDA629D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71C5F-6D9D-7D36-D212-9A2E88458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81EE6-F14E-4548-BCBE-CA5B1D066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425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5E6F3-6CA8-82DF-2B65-F7315A01B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D78DE-430B-5023-2D0E-4D5DB3880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F5632D-A97E-5C4E-F1DB-53546CFFA4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DC8CBC-ADD6-9118-7795-AE9C8187BC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7BAECC-5AFD-9935-CCB9-1549D74B1C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EE36EA-88EE-2990-DE6B-86599A2B5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EF770-B89D-4866-AE72-BB91ABB758F8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879880-65CB-FEF4-489A-9A34E163C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A93820-7DA7-5EE3-00FC-AFB64D84C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81EE6-F14E-4548-BCBE-CA5B1D066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151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3CFBC-934A-AFF0-C272-894E485CD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4C32FE-253D-E934-6D2F-1244DD60B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EF770-B89D-4866-AE72-BB91ABB758F8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59B3A8-C48E-1BBC-9D09-B46FB5080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906550-6CEB-B860-05F4-63F7E1C18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81EE6-F14E-4548-BCBE-CA5B1D066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514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E9B43E-990E-22F1-04F3-6B7ADD0EA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EF770-B89D-4866-AE72-BB91ABB758F8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45DEB3-BBAC-B8EA-E1AC-8B28E88DF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4BB7F-0555-E931-5EE4-C18B0C56F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81EE6-F14E-4548-BCBE-CA5B1D066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795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29B8D-4B4D-5D99-5516-9772B4369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76DA8-FAFC-95B0-4CEA-C446035B4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BB1F12-4FA4-AAAF-5EB6-8FF3B9DAD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A299A-A9E6-FE5F-B4A6-FBA75E491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EF770-B89D-4866-AE72-BB91ABB758F8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3F9F58-A79C-1DDF-74C1-802D90043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AB77A-7C88-16F0-B4A0-395AD1FBF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81EE6-F14E-4548-BCBE-CA5B1D066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33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38235-F958-B4C4-278C-EE08364ED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E6CCA2-5963-F40E-EF27-2D2713837F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976332-DB8E-03E5-F596-0E6B64CAFB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876ED0-2867-CCA4-0DD4-DC28B11C6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EF770-B89D-4866-AE72-BB91ABB758F8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EB417A-7DA2-1853-D151-A60786E57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4D1F2-896F-DF3B-E1E4-29278B3F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81EE6-F14E-4548-BCBE-CA5B1D066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743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A21A5-DA3E-035B-3A16-29BBDBB36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77DC33-9710-6025-798E-6CD29E6BEB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5D84A-9015-628A-83A5-443ABD630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EF770-B89D-4866-AE72-BB91ABB758F8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A6BB6-1B97-E545-AC0D-D9D6F948F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E4163-5F9A-1F91-9A6C-85FED48A3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81EE6-F14E-4548-BCBE-CA5B1D066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869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F46258-BCD2-B2F1-FDAB-169BF8BB0B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B09655-3F4B-BB07-F2F2-E57D24972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2DFB4-9368-2226-69F2-8226B4031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EF770-B89D-4866-AE72-BB91ABB758F8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A3DF9-9ABF-82C1-3840-E1C5D8073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51579-144D-1B0C-30AD-CE3DE2F63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81EE6-F14E-4548-BCBE-CA5B1D066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507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CE6BE9-A4F5-B78F-6036-D9AA2045C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B8217-8F47-2432-1F9F-03561F5C7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9725F-4395-5758-0BB5-B1C9856239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6EF770-B89D-4866-AE72-BB91ABB758F8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FEBF3-B70F-EB39-EB88-BBFC4A113D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54F7B-8F28-5E01-E7D2-A0F79F2D54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581EE6-F14E-4548-BCBE-CA5B1D0661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3023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302D9-7CEE-0355-57A2-4023A756E5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 PRAVEENKUMAR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903305-31DA-A018-FCA5-4D4E619479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SQL PROJECT - 1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00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7D1D8C-4A4C-2DDC-1E52-D0C1BA9FCB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66" y="552450"/>
            <a:ext cx="11472284" cy="614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023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DF2039-4DC3-8B63-8FD8-06AA6595D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200"/>
            <a:ext cx="12192000" cy="605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035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FFB350A-1C45-8861-A814-531BB626B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489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9DA38B-0521-80E2-65D3-87AD0F85B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185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0ABB89-3B8D-84DA-425B-4361D2D18A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683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858FCCA-C620-23FD-69C5-5DF7BC9406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611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EF1878-BD9D-4B9F-8AE9-ABAAE9A4FB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8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AFCF548-2C5A-C0F4-EFF1-4A079C43A2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781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054A11-AACB-932D-85F1-5C4329ECD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053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E46F62-C8E8-5D90-7B01-3172FAE8B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867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88A645-2AA6-D30E-731D-851568DB51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0DC239-7E61-CB85-A7A8-7075256C45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456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7D8130-AC72-7689-7146-C8A24ADD5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5920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6A051B1-87AF-E3E5-FDC5-E0736C98ED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918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57469F-6975-CCDB-CC70-C503A6D6D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186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2860A65-6AC4-266C-AEB0-51C140975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FDD1A5-E439-0E5B-60C9-28C3C4DD26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4834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E0ED91-C487-3373-2FEF-FAA307F1A8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813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49445E-F3C3-FA3F-25A2-9AD229652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747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79094D-4EFD-1BCB-5654-CF9C61D56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03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5BFF4D-4250-9351-A2CC-25D195B3A5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4048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EA00A6-51C7-522F-1DAE-DCDFB5A65C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5344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A9832C-9A75-88A1-2452-9109079D5A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785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CC05D9-BC4F-08B3-E3C0-E970139812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2204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FDF4E3-BDB6-E555-9713-006827F2F9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6273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643AE7-D90F-BD51-5F18-1B7F7734C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4465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F71CDE-8D37-D601-0DE0-2A6C4FC4C1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4472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7CE18B-8134-E155-5E88-A71C9B3BE8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3001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8909E9-B581-F8C8-6930-D54C27275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0368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2526BF-2A7D-2E12-9BEB-2104ECB00E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8587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62EB62-810B-CC4C-4D38-4CCE6EBFCE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7039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053670-145C-EEBA-5D69-306C093258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3933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FBBF952-B86E-AC48-57E7-255796EAC6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6892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AF334B-7E56-338F-F4BF-0406F480A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054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E5C0EB9-0764-8D8A-86DC-79A36F8B3A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4898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EE367A-EF9F-AE75-603A-1DF15B8D56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076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</Words>
  <Application>Microsoft Office PowerPoint</Application>
  <PresentationFormat>Widescreen</PresentationFormat>
  <Paragraphs>2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Aptos</vt:lpstr>
      <vt:lpstr>Aptos Display</vt:lpstr>
      <vt:lpstr>Arial</vt:lpstr>
      <vt:lpstr>Office Theme</vt:lpstr>
      <vt:lpstr>T PRAVEENKUMAR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praveenthirumalai688@gmail.com</cp:lastModifiedBy>
  <cp:revision>2</cp:revision>
  <dcterms:created xsi:type="dcterms:W3CDTF">2025-10-07T03:59:45Z</dcterms:created>
  <dcterms:modified xsi:type="dcterms:W3CDTF">2025-10-30T16:33:45Z</dcterms:modified>
</cp:coreProperties>
</file>