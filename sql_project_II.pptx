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6" r:id="rId4"/>
    <p:sldId id="258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77" r:id="rId13"/>
    <p:sldId id="259" r:id="rId14"/>
    <p:sldId id="260" r:id="rId15"/>
    <p:sldId id="285" r:id="rId16"/>
    <p:sldId id="286" r:id="rId17"/>
    <p:sldId id="287" r:id="rId18"/>
    <p:sldId id="288" r:id="rId19"/>
    <p:sldId id="289" r:id="rId20"/>
    <p:sldId id="290" r:id="rId21"/>
    <p:sldId id="291" r:id="rId22"/>
    <p:sldId id="293" r:id="rId23"/>
    <p:sldId id="294" r:id="rId24"/>
    <p:sldId id="295" r:id="rId25"/>
    <p:sldId id="296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6" d="100"/>
          <a:sy n="66" d="100"/>
        </p:scale>
        <p:origin x="90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B016F-7CE0-B0BB-6869-F82977F2C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27BED0-41A9-8DAA-567F-4DC111A7B7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B844A3-5339-4783-483A-0AF34F205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067D-E2A1-402C-8EE6-C882FD7519C5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533A0-8D93-EE9D-E1C0-05A42B038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566D3-25D3-2203-A25F-F2C14B8F3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5D22-2418-46E8-B2C4-F31AAB093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470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85669-1D0A-2734-0FA0-1B5A8F9AA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8B617-3146-74E6-328D-D7B643FDB8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79DB4-9372-79B7-53DA-50DED0685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067D-E2A1-402C-8EE6-C882FD7519C5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21B15-14EC-4C44-08DE-834C466CF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5EA6A6-4949-011D-7AA6-50F79AD1C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5D22-2418-46E8-B2C4-F31AAB093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0326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DFBB8-E0B3-8069-6C46-0249EAFC7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00586-AB24-186A-8CA6-80091B352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CDDEB-672A-C3E1-DF49-EC3563853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067D-E2A1-402C-8EE6-C882FD7519C5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4E5DD-7F92-FFFE-F915-6A93DF145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D6B0D2-F097-464B-CC75-145D1C17D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5D22-2418-46E8-B2C4-F31AAB093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6476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B064D-63DC-467B-BF74-CC31A8C39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D3839-3354-3719-733E-AB3106F273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92E717-4549-6EC0-C960-23B15BC1ED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1E56AE-B99B-A812-3D55-4101E83A7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067D-E2A1-402C-8EE6-C882FD7519C5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65D964-C106-334B-1D88-8D6406ACA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D327F-BCC5-9037-8129-E9FDDAFB2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5D22-2418-46E8-B2C4-F31AAB093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87911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E42D3-CD04-D34B-A533-6AD731C9F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4EC2AD-C090-9D58-C69A-680F8117A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6AFE0D-5266-F3D4-4CC3-754D1B7223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C26F7D-F86F-58D6-D277-1AAFB2DDB0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860B46-E41E-2137-EB7B-69C20F503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1FC0A3-D425-1629-9E0A-336915E4B9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067D-E2A1-402C-8EE6-C882FD7519C5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5A8275-9AB1-60E1-C63B-E09B8EC1B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1AC99F-ABA8-B3C6-404C-F54763937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5D22-2418-46E8-B2C4-F31AAB093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2741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6101A-0E01-DD3F-7761-7743FEB07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115D5A-166B-1F7C-1F69-129DE8FC0A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067D-E2A1-402C-8EE6-C882FD7519C5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39BD07-AFCA-4A97-39D8-A15ED2298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9AACAE-33BC-566B-3780-D67F213F3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5D22-2418-46E8-B2C4-F31AAB093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0089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645BDE-F6DA-8654-F9BB-739D71D8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067D-E2A1-402C-8EE6-C882FD7519C5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B52564-8FB3-665E-0C20-9914F4FF7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A84E4-7F60-A83C-B930-B01BBF6F7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5D22-2418-46E8-B2C4-F31AAB093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4044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4D716-9440-3E97-5A22-6AA6525D5B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81752-8BCC-D153-56F0-ED49D3C6E9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63CC47-56E2-0A0E-E3D3-423F619F0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C54C0-3D38-84B6-F9F1-F4D0EFFBF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067D-E2A1-402C-8EE6-C882FD7519C5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E5C367-CB9B-C63D-CE4F-7DBC7E260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63A02E-9AE3-6904-77A4-DC11A95EE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5D22-2418-46E8-B2C4-F31AAB093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565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3F2D3-C760-FEF9-D367-A7466B6DE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1BAA13-E1B2-787F-060E-03194B64CA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0CCD40-597D-4E9E-FF59-7ACF7DDDB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92126-1D57-A2E2-2C8C-F9412C1EA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067D-E2A1-402C-8EE6-C882FD7519C5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2EFE0C-78F9-4683-5320-2C0ECC34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243E69-48F2-646A-D0DB-259BEACB2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5D22-2418-46E8-B2C4-F31AAB093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9988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D895A-013C-8091-BF5C-5E92350A3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494580-EDE2-0D99-828C-FFE7A7186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5EB33-D9E8-B502-FCD0-40DB5FE8B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067D-E2A1-402C-8EE6-C882FD7519C5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7C2E83-934F-6370-8ED0-50AA9B42A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7E220-5130-2FD5-FEAE-F904CE3BD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5D22-2418-46E8-B2C4-F31AAB093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4465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D467F78-D2CB-6777-220F-E87F84BC74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31F107-8A4D-88CD-9D6E-6F4FB4A36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E0190-2AF7-2900-26CE-F6A7835E8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6067D-E2A1-402C-8EE6-C882FD7519C5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2BE96-1E37-F9BB-01B2-6616AE804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6AC48-F094-1B68-8937-C8ACA8E1D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EC5D22-2418-46E8-B2C4-F31AAB093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2595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EB6A2-7374-710E-CFD6-49462497F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396541-F3A8-59B2-6493-C346F98FE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29CE98-A866-C7DA-AD02-F655F53E7F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A6067D-E2A1-402C-8EE6-C882FD7519C5}" type="datetimeFigureOut">
              <a:rPr lang="en-IN" smtClean="0"/>
              <a:t>20-12-2025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311FF-2CA4-296C-2FA0-87612CBA5D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DCBE98-70B4-7E85-D4E8-D91B2615CD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EC5D22-2418-46E8-B2C4-F31AAB093E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180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79953-C9F7-F885-3E3A-E0CE115AFB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986666"/>
          </a:xfrm>
        </p:spPr>
        <p:txBody>
          <a:bodyPr/>
          <a:lstStyle/>
          <a:p>
            <a:r>
              <a:rPr lang="en-US" dirty="0"/>
              <a:t>Praveenkumar T</a:t>
            </a:r>
            <a:br>
              <a:rPr lang="en-US" dirty="0"/>
            </a:br>
            <a:r>
              <a:rPr lang="en-US" dirty="0"/>
              <a:t>SQL project - II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4384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Content Placeholder 54">
            <a:extLst>
              <a:ext uri="{FF2B5EF4-FFF2-40B4-BE49-F238E27FC236}">
                <a16:creationId xmlns:a16="http://schemas.microsoft.com/office/drawing/2014/main" id="{28740FCC-DEB1-1D0D-A9FA-4F7C3D1274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1534" y="457200"/>
            <a:ext cx="10173432" cy="5719763"/>
          </a:xfrm>
        </p:spPr>
      </p:pic>
    </p:spTree>
    <p:extLst>
      <p:ext uri="{BB962C8B-B14F-4D97-AF65-F5344CB8AC3E}">
        <p14:creationId xmlns:p14="http://schemas.microsoft.com/office/powerpoint/2010/main" val="4167415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A25B7C-19EF-70B7-5EB8-C9FE9D2F7F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3116" y="427038"/>
            <a:ext cx="10227080" cy="5749925"/>
          </a:xfrm>
        </p:spPr>
      </p:pic>
    </p:spTree>
    <p:extLst>
      <p:ext uri="{BB962C8B-B14F-4D97-AF65-F5344CB8AC3E}">
        <p14:creationId xmlns:p14="http://schemas.microsoft.com/office/powerpoint/2010/main" val="1404170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635FFE6-1CF7-3D14-33A9-9732383FE9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2871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9EF282-A487-18F5-A226-5A76856C31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63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CB85E7-E37A-CC68-D349-78F0B3D5D7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351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7638DF-5EED-1AE2-18DA-5141E1100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298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48DDB9-9B63-33FB-9717-ED0A2C59C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452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E586D9-F606-CFBF-131D-51944E2C72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673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89506C-0D0A-C634-EF92-D8E0D58B6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4922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DEE134-CA3A-44DB-062C-D9F42D2AA0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120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F5B5C9-AC2D-9138-8EF9-C193E738A0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6553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8D5C69-91AB-A8E0-7F78-522A0029FB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759" y="1120877"/>
            <a:ext cx="8992986" cy="5056086"/>
          </a:xfrm>
        </p:spPr>
      </p:pic>
    </p:spTree>
    <p:extLst>
      <p:ext uri="{BB962C8B-B14F-4D97-AF65-F5344CB8AC3E}">
        <p14:creationId xmlns:p14="http://schemas.microsoft.com/office/powerpoint/2010/main" val="1968230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DA92EBE-BCC9-A509-FE26-A6783D92C7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159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7C892B9-D3F4-1BC7-3D28-BCF5741C0A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267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077AE0-6863-B0E7-3B79-7D250E1C59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953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AE003B-5500-0FB8-7B2C-D6BFB869B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3016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66FB0B-DBEC-5181-2481-5D7FA81F22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2660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A0207B-06A5-9374-2182-2FC0B552DA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552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F6140C-FE84-2E72-D6DC-44C70CC575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7499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94AE26-6C4C-03C5-2F49-79F150A75F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5888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65A480-AF4F-ACFF-C977-F2DB008AA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4546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7C7E81-7D3E-3BCE-5F43-D595DC084F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8940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DC7978-143C-A5CB-55B8-9C5DEBEB4E2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523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9BAEE3-6BA9-25D7-21CA-C263B7C5C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017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</Words>
  <Application>Microsoft Office PowerPoint</Application>
  <PresentationFormat>Widescreen</PresentationFormat>
  <Paragraphs>1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Praveenkumar T SQL project - 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HP</dc:creator>
  <cp:lastModifiedBy>HP</cp:lastModifiedBy>
  <cp:revision>1</cp:revision>
  <dcterms:created xsi:type="dcterms:W3CDTF">2025-12-20T15:19:55Z</dcterms:created>
  <dcterms:modified xsi:type="dcterms:W3CDTF">2025-12-20T15:23:46Z</dcterms:modified>
</cp:coreProperties>
</file>